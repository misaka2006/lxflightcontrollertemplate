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55BBE-B920-4DC7-38FA-1F125C3D7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D4E6F03-BC14-FA13-FECB-F4CFA38638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937911-A3B3-2A27-6949-9E61E92C7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175BE3-1C36-27F0-F521-0CB32DF6E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B9C609-148B-AB71-2F41-BBF4F58C0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8514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DF7ED0-E1E9-3C4A-0246-0C235D1C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920E5E-D025-26D7-7BD9-FFE230B9E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4AB75A-463D-1E43-88E8-79B8BCFA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B019F2-224D-19D5-2456-FFC61CBBB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18230A-927A-A43E-18E4-1DB4366B1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9349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97D0B-1DF2-9A25-3D7D-435D638FE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DDA473C-6F18-73A2-A163-34B3C5CD2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E2E075-D093-3D2B-59DE-2FA686818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B63C5D-4CAA-3501-1305-37D404734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641EA1-E716-6893-8F00-404DC613D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1001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181073-5177-95F9-DF6D-C13BE36EA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413985-573B-F77B-E514-3280EC6430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D39360-4746-3872-D351-B9AAA7B82B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1CFDBD-8CA7-6174-6DBE-FC0AA76B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FD132FC-BFFB-6E0A-59E9-C313245A7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22A0A76-0CD9-4F8D-EFD9-F31650E55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7706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1DFA0-21F9-4384-8B68-76246D41F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254B77-DA9B-0A61-AA86-A1012E0D0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6800D6-ABFD-E14E-F549-483F0C5386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BF88AFB-112B-A116-59A8-67013215A9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92E9EA4-9C0A-88D5-039D-A4A31C8048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CC7063-C9A7-BF82-A648-494752515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F000C9A-CEA9-AC76-9F1A-C720CFCB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26A5061-3734-9188-AEF7-5BF59EE71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2492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6F8930-6030-D733-618E-84554C283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F5DE324-9F28-8FD0-4692-0F412E515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0C53D4-91E0-7CE0-9D24-4F97E6F30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ABE653-1DB3-DE59-F67D-55B45DD0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5101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DDC91A-A617-E718-A793-844B714EB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796E02F-1671-1F65-67C7-D7A153418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38089D-E234-78A4-0705-0D780C35B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086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19A7A-6B49-E159-B213-054C2A51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63DC45-0059-4C0C-A873-5C762BCEF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00CA5BB-F7B8-EF0D-19DF-CB0B69D2E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B6C2D17-ED49-1069-0CC0-0996B98DD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84A4EC-ED32-A495-2664-863A793B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8D051FF-C2F8-378C-D9AA-9644DB57B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75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D7D9CE-7D2D-8E33-1824-4ED51240F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9D1C16-F8D6-B18A-1921-D01728A9BD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090020-6477-2B3C-5B97-D3A193E9C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19E40B-7713-3441-0B0F-E9C3C22E8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6FBC06-FF18-F2E5-EDBB-B8D06F3D8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307BFA-E157-C57E-656C-99EA1C208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493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C61584-E788-A02A-F198-50EE99588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C893AC9-41CF-CE76-37A1-AF04994F50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451681-5BA4-6183-F0D2-2ECE61FA3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B2DD53-1850-EE0A-F721-0B39BD55A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FD759B-1823-FD67-11E3-413B8F2D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279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FDFD879-F9CA-CB16-2388-8D1E35CE6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2A0FE98-B4BD-7CFA-5591-4E09E0913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040569-42F5-B118-7AA0-55763AE80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BBFE3C-14D7-0499-C148-502088100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DFB418-4EC2-B2D3-8888-23FC6421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5079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E3A8BC8-C96D-57EF-60D3-D2C1833D0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16AABC6-F1AD-6C89-A70E-1310B646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539D75-01B9-BBCF-52BB-233257BD3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F0BAB8-3DC9-47B2-A9F3-F8ECA26F3694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8FF3D4-9B32-470E-47CB-FBB9CC565D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946836-CEB9-F938-F36F-42DE1E83C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347D71-0DA0-4E55-9D9F-CE51D58454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60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8C13A6-D23A-C0C3-4EAD-9CFD0E756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凌霄飞控电控框架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8FA393A-AB68-0249-A92F-7967FB1BCD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Created by </a:t>
            </a:r>
            <a:r>
              <a:rPr lang="en-US" altLang="zh-CN" dirty="0" err="1"/>
              <a:t>La_Pluma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8662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39ABF3C-9006-09B6-1304-25049088FC54}"/>
              </a:ext>
            </a:extLst>
          </p:cNvPr>
          <p:cNvSpPr/>
          <p:nvPr/>
        </p:nvSpPr>
        <p:spPr>
          <a:xfrm>
            <a:off x="693472" y="4099458"/>
            <a:ext cx="3547134" cy="184107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FF55E4-AB9B-96AB-A6AC-9A1CA20D4AC7}"/>
              </a:ext>
            </a:extLst>
          </p:cNvPr>
          <p:cNvSpPr/>
          <p:nvPr/>
        </p:nvSpPr>
        <p:spPr>
          <a:xfrm>
            <a:off x="821835" y="4295839"/>
            <a:ext cx="938948" cy="4295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PID</a:t>
            </a:r>
            <a:endParaRPr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1AB2F1-C9F8-137B-479B-84D2784D83EF}"/>
              </a:ext>
            </a:extLst>
          </p:cNvPr>
          <p:cNvSpPr/>
          <p:nvPr/>
        </p:nvSpPr>
        <p:spPr>
          <a:xfrm>
            <a:off x="1863572" y="4295839"/>
            <a:ext cx="938948" cy="4295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FSM</a:t>
            </a:r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2D03A8-F8F2-AAF1-78ED-6C5AA2092938}"/>
              </a:ext>
            </a:extLst>
          </p:cNvPr>
          <p:cNvSpPr/>
          <p:nvPr/>
        </p:nvSpPr>
        <p:spPr>
          <a:xfrm>
            <a:off x="821835" y="4903393"/>
            <a:ext cx="1333757" cy="4295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卡尔曼滤波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5873E8D-1905-5ADE-9A70-906E86CFE348}"/>
              </a:ext>
            </a:extLst>
          </p:cNvPr>
          <p:cNvSpPr/>
          <p:nvPr/>
        </p:nvSpPr>
        <p:spPr>
          <a:xfrm>
            <a:off x="699608" y="2532499"/>
            <a:ext cx="7499308" cy="133887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D6BC9E6-02F6-1E7B-2745-6B3315B40930}"/>
              </a:ext>
            </a:extLst>
          </p:cNvPr>
          <p:cNvSpPr/>
          <p:nvPr/>
        </p:nvSpPr>
        <p:spPr>
          <a:xfrm>
            <a:off x="4449262" y="4099458"/>
            <a:ext cx="3743517" cy="184107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D1A408-109A-C3DE-6983-185D181A72EE}"/>
              </a:ext>
            </a:extLst>
          </p:cNvPr>
          <p:cNvSpPr/>
          <p:nvPr/>
        </p:nvSpPr>
        <p:spPr>
          <a:xfrm>
            <a:off x="4617509" y="4295839"/>
            <a:ext cx="938948" cy="4295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UART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C9A7F4-8ABF-7A77-03E5-D6A7F8C3D965}"/>
              </a:ext>
            </a:extLst>
          </p:cNvPr>
          <p:cNvSpPr/>
          <p:nvPr/>
        </p:nvSpPr>
        <p:spPr>
          <a:xfrm>
            <a:off x="5696597" y="4295839"/>
            <a:ext cx="938948" cy="4295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ADC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6F8D83-7372-0AE1-8322-17734D4FA12A}"/>
              </a:ext>
            </a:extLst>
          </p:cNvPr>
          <p:cNvSpPr/>
          <p:nvPr/>
        </p:nvSpPr>
        <p:spPr>
          <a:xfrm>
            <a:off x="6775685" y="4295839"/>
            <a:ext cx="938948" cy="4295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TIM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BCE9E41-87A4-5E37-BB45-906485362F21}"/>
              </a:ext>
            </a:extLst>
          </p:cNvPr>
          <p:cNvSpPr/>
          <p:nvPr/>
        </p:nvSpPr>
        <p:spPr>
          <a:xfrm>
            <a:off x="852008" y="2684899"/>
            <a:ext cx="1956649" cy="4193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LXFlightController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4D3385A-5C07-AA9B-71E5-8C44A58EE329}"/>
              </a:ext>
            </a:extLst>
          </p:cNvPr>
          <p:cNvSpPr/>
          <p:nvPr/>
        </p:nvSpPr>
        <p:spPr>
          <a:xfrm>
            <a:off x="2961057" y="2684899"/>
            <a:ext cx="1956649" cy="4193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MiniPC</a:t>
            </a:r>
            <a:endParaRPr lang="zh-CN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5DC9674-5805-396F-11E9-0C0A93105585}"/>
              </a:ext>
            </a:extLst>
          </p:cNvPr>
          <p:cNvSpPr/>
          <p:nvPr/>
        </p:nvSpPr>
        <p:spPr>
          <a:xfrm>
            <a:off x="5070106" y="2684899"/>
            <a:ext cx="1956649" cy="4193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GroundStation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E159F7B-91B5-8CC5-CA53-696826002631}"/>
              </a:ext>
            </a:extLst>
          </p:cNvPr>
          <p:cNvSpPr/>
          <p:nvPr/>
        </p:nvSpPr>
        <p:spPr>
          <a:xfrm>
            <a:off x="852008" y="3243358"/>
            <a:ext cx="1956649" cy="4193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RemoteControl</a:t>
            </a:r>
            <a:endParaRPr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079937B-5B40-B6A3-A84E-DBB2BFC1EFB4}"/>
              </a:ext>
            </a:extLst>
          </p:cNvPr>
          <p:cNvSpPr/>
          <p:nvPr/>
        </p:nvSpPr>
        <p:spPr>
          <a:xfrm>
            <a:off x="2961057" y="3243358"/>
            <a:ext cx="1956649" cy="4193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Servo</a:t>
            </a:r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A37F7D-41CE-45BF-573D-8A17E9C4D7A9}"/>
              </a:ext>
            </a:extLst>
          </p:cNvPr>
          <p:cNvSpPr/>
          <p:nvPr/>
        </p:nvSpPr>
        <p:spPr>
          <a:xfrm>
            <a:off x="699608" y="1525023"/>
            <a:ext cx="7499308" cy="83257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9369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1744</TotalTime>
  <Words>21</Words>
  <Application>Microsoft Office PowerPoint</Application>
  <PresentationFormat>宽屏</PresentationFormat>
  <Paragraphs>13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凌霄飞控电控框架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佳峻 李</dc:creator>
  <cp:lastModifiedBy>佳峻 李</cp:lastModifiedBy>
  <cp:revision>1</cp:revision>
  <dcterms:created xsi:type="dcterms:W3CDTF">2026-06-22T16:36:36Z</dcterms:created>
  <dcterms:modified xsi:type="dcterms:W3CDTF">2026-06-23T21:40:36Z</dcterms:modified>
</cp:coreProperties>
</file>