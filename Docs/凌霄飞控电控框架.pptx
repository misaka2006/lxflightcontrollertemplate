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55BBE-B920-4DC7-38FA-1F125C3D7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4E6F03-BC14-FA13-FECB-F4CFA3863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937911-A3B3-2A27-6949-9E61E92C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175BE3-1C36-27F0-F521-0CB32DF6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B9C609-148B-AB71-2F41-BBF4F58C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51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F7ED0-E1E9-3C4A-0246-0C235D1C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20E5E-D025-26D7-7BD9-FFE230B9E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AB75A-463D-1E43-88E8-79B8BCFA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019F2-224D-19D5-2456-FFC61CBB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8230A-927A-A43E-18E4-1DB4366B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34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97D0B-1DF2-9A25-3D7D-435D638FE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DA473C-6F18-73A2-A163-34B3C5CD2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E2E075-D093-3D2B-59DE-2FA68681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63C5D-4CAA-3501-1305-37D40473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41EA1-E716-6893-8F00-404DC613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00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81073-5177-95F9-DF6D-C13BE36E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413985-573B-F77B-E514-3280EC643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D39360-4746-3872-D351-B9AAA7B82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CFDBD-8CA7-6174-6DBE-FC0AA76B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D132FC-BFFB-6E0A-59E9-C313245A7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2A0A76-0CD9-4F8D-EFD9-F31650E5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70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1DFA0-21F9-4384-8B68-76246D41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254B77-DA9B-0A61-AA86-A1012E0D0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6800D6-ABFD-E14E-F549-483F0C538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F88AFB-112B-A116-59A8-67013215A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2E9EA4-9C0A-88D5-039D-A4A31C804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CC7063-C9A7-BF82-A648-49475251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000C9A-CEA9-AC76-9F1A-C720CFCB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6A5061-3734-9188-AEF7-5BF59EE7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49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F8930-6030-D733-618E-84554C28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5DE324-9F28-8FD0-4692-0F412E51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0C53D4-91E0-7CE0-9D24-4F97E6F3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ABE653-1DB3-DE59-F67D-55B45DD0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10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DDC91A-A617-E718-A793-844B714E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96E02F-1671-1F65-67C7-D7A15341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38089D-E234-78A4-0705-0D780C35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08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19A7A-6B49-E159-B213-054C2A51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63DC45-0059-4C0C-A873-5C762BCEF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0CA5BB-F7B8-EF0D-19DF-CB0B69D2E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6C2D17-ED49-1069-0CC0-0996B98DD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84A4EC-ED32-A495-2664-863A793B4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D051FF-C2F8-378C-D9AA-9644DB57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75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7D9CE-7D2D-8E33-1824-4ED51240F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9D1C16-F8D6-B18A-1921-D01728A9B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090020-6477-2B3C-5B97-D3A193E9C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19E40B-7713-3441-0B0F-E9C3C22E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6FBC06-FF18-F2E5-EDBB-B8D06F3D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307BFA-E157-C57E-656C-99EA1C20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61584-E788-A02A-F198-50EE99588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893AC9-41CF-CE76-37A1-AF04994F5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51681-5BA4-6183-F0D2-2ECE61FA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2DD53-1850-EE0A-F721-0B39BD55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FD759B-1823-FD67-11E3-413B8F2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79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DFD879-F9CA-CB16-2388-8D1E35CE6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A0FE98-B4BD-7CFA-5591-4E09E0913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040569-42F5-B118-7AA0-55763AE8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BBFE3C-14D7-0499-C148-50208810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DFB418-4EC2-B2D3-8888-23FC6421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079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3A8BC8-C96D-57EF-60D3-D2C1833D0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6AABC6-F1AD-6C89-A70E-1310B646A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539D75-01B9-BBCF-52BB-233257BD3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0BAB8-3DC9-47B2-A9F3-F8ECA26F369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8FF3D4-9B32-470E-47CB-FBB9CC565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946836-CEB9-F938-F36F-42DE1E83C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47D71-0DA0-4E55-9D9F-CE51D5845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60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C13A6-D23A-C0C3-4EAD-9CFD0E7565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凌霄飞控硬件与电控框架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FA393A-AB68-0249-A92F-7967FB1BCD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Created by </a:t>
            </a:r>
            <a:r>
              <a:rPr lang="en-US" altLang="zh-CN" dirty="0" err="1"/>
              <a:t>La_Pluma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866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EC1A1-DDE6-AB2D-D3A9-2867599B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电控框架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9ABF3C-9006-09B6-1304-25049088FC54}"/>
              </a:ext>
            </a:extLst>
          </p:cNvPr>
          <p:cNvSpPr/>
          <p:nvPr/>
        </p:nvSpPr>
        <p:spPr>
          <a:xfrm>
            <a:off x="838200" y="4479946"/>
            <a:ext cx="3547134" cy="18410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FF55E4-AB9B-96AB-A6AC-9A1CA20D4AC7}"/>
              </a:ext>
            </a:extLst>
          </p:cNvPr>
          <p:cNvSpPr/>
          <p:nvPr/>
        </p:nvSpPr>
        <p:spPr>
          <a:xfrm>
            <a:off x="966563" y="4676327"/>
            <a:ext cx="938948" cy="429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PID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1AB2F1-C9F8-137B-479B-84D2784D83EF}"/>
              </a:ext>
            </a:extLst>
          </p:cNvPr>
          <p:cNvSpPr/>
          <p:nvPr/>
        </p:nvSpPr>
        <p:spPr>
          <a:xfrm>
            <a:off x="2008300" y="4676327"/>
            <a:ext cx="938948" cy="429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FSM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2D03A8-F8F2-AAF1-78ED-6C5AA2092938}"/>
              </a:ext>
            </a:extLst>
          </p:cNvPr>
          <p:cNvSpPr/>
          <p:nvPr/>
        </p:nvSpPr>
        <p:spPr>
          <a:xfrm>
            <a:off x="966563" y="5283881"/>
            <a:ext cx="1333757" cy="429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卡尔曼滤波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873E8D-1905-5ADE-9A70-906E86CFE348}"/>
              </a:ext>
            </a:extLst>
          </p:cNvPr>
          <p:cNvSpPr/>
          <p:nvPr/>
        </p:nvSpPr>
        <p:spPr>
          <a:xfrm>
            <a:off x="844336" y="2912987"/>
            <a:ext cx="7499308" cy="13388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6BC9E6-02F6-1E7B-2745-6B3315B40930}"/>
              </a:ext>
            </a:extLst>
          </p:cNvPr>
          <p:cNvSpPr/>
          <p:nvPr/>
        </p:nvSpPr>
        <p:spPr>
          <a:xfrm>
            <a:off x="4593990" y="4479946"/>
            <a:ext cx="3743517" cy="1841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D1A408-109A-C3DE-6983-185D181A72EE}"/>
              </a:ext>
            </a:extLst>
          </p:cNvPr>
          <p:cNvSpPr/>
          <p:nvPr/>
        </p:nvSpPr>
        <p:spPr>
          <a:xfrm>
            <a:off x="4762237" y="4676327"/>
            <a:ext cx="938948" cy="4295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UART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C9A7F4-8ABF-7A77-03E5-D6A7F8C3D965}"/>
              </a:ext>
            </a:extLst>
          </p:cNvPr>
          <p:cNvSpPr/>
          <p:nvPr/>
        </p:nvSpPr>
        <p:spPr>
          <a:xfrm>
            <a:off x="5841325" y="4676327"/>
            <a:ext cx="938948" cy="4295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ADC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6F8D83-7372-0AE1-8322-17734D4FA12A}"/>
              </a:ext>
            </a:extLst>
          </p:cNvPr>
          <p:cNvSpPr/>
          <p:nvPr/>
        </p:nvSpPr>
        <p:spPr>
          <a:xfrm>
            <a:off x="6920413" y="4676327"/>
            <a:ext cx="938948" cy="4295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TIM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CE9E41-87A4-5E37-BB45-906485362F21}"/>
              </a:ext>
            </a:extLst>
          </p:cNvPr>
          <p:cNvSpPr/>
          <p:nvPr/>
        </p:nvSpPr>
        <p:spPr>
          <a:xfrm>
            <a:off x="996736" y="3065387"/>
            <a:ext cx="1956649" cy="419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LXFlightController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D3385A-5C07-AA9B-71E5-8C44A58EE329}"/>
              </a:ext>
            </a:extLst>
          </p:cNvPr>
          <p:cNvSpPr/>
          <p:nvPr/>
        </p:nvSpPr>
        <p:spPr>
          <a:xfrm>
            <a:off x="3105785" y="3065387"/>
            <a:ext cx="1956649" cy="419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MiniPC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DC9674-5805-396F-11E9-0C0A93105585}"/>
              </a:ext>
            </a:extLst>
          </p:cNvPr>
          <p:cNvSpPr/>
          <p:nvPr/>
        </p:nvSpPr>
        <p:spPr>
          <a:xfrm>
            <a:off x="5214834" y="3065387"/>
            <a:ext cx="1956649" cy="419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GroundStation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159F7B-91B5-8CC5-CA53-696826002631}"/>
              </a:ext>
            </a:extLst>
          </p:cNvPr>
          <p:cNvSpPr/>
          <p:nvPr/>
        </p:nvSpPr>
        <p:spPr>
          <a:xfrm>
            <a:off x="996736" y="3623846"/>
            <a:ext cx="1956649" cy="419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RemoteControl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79937B-5B40-B6A3-A84E-DBB2BFC1EFB4}"/>
              </a:ext>
            </a:extLst>
          </p:cNvPr>
          <p:cNvSpPr/>
          <p:nvPr/>
        </p:nvSpPr>
        <p:spPr>
          <a:xfrm>
            <a:off x="3105785" y="3623846"/>
            <a:ext cx="1956649" cy="419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Servo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A37F7D-41CE-45BF-573D-8A17E9C4D7A9}"/>
              </a:ext>
            </a:extLst>
          </p:cNvPr>
          <p:cNvSpPr/>
          <p:nvPr/>
        </p:nvSpPr>
        <p:spPr>
          <a:xfrm>
            <a:off x="844336" y="1905511"/>
            <a:ext cx="7499308" cy="8325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ABE313-CEEF-E5C5-FEEB-4B552ED1EADB}"/>
              </a:ext>
            </a:extLst>
          </p:cNvPr>
          <p:cNvSpPr/>
          <p:nvPr/>
        </p:nvSpPr>
        <p:spPr>
          <a:xfrm>
            <a:off x="966563" y="2026188"/>
            <a:ext cx="1956649" cy="40605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Set_Speed_X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71448B-C704-238E-8C8B-2DA1B97D1464}"/>
              </a:ext>
            </a:extLst>
          </p:cNvPr>
          <p:cNvSpPr/>
          <p:nvPr/>
        </p:nvSpPr>
        <p:spPr>
          <a:xfrm>
            <a:off x="3105785" y="2026188"/>
            <a:ext cx="1956649" cy="40605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Set_Speed_Y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701A4A-276F-6312-D627-12939BC57FBF}"/>
              </a:ext>
            </a:extLst>
          </p:cNvPr>
          <p:cNvSpPr/>
          <p:nvPr/>
        </p:nvSpPr>
        <p:spPr>
          <a:xfrm>
            <a:off x="5245007" y="2026187"/>
            <a:ext cx="1956649" cy="40605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Set_Speed_Z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7B19FC-AFF7-C0AF-B4AB-D83FD3E3B54F}"/>
              </a:ext>
            </a:extLst>
          </p:cNvPr>
          <p:cNvSpPr txBox="1"/>
          <p:nvPr/>
        </p:nvSpPr>
        <p:spPr>
          <a:xfrm>
            <a:off x="2173185" y="63644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算法层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4A477A-17AF-5F37-82E8-C6FC9F85846C}"/>
              </a:ext>
            </a:extLst>
          </p:cNvPr>
          <p:cNvSpPr txBox="1"/>
          <p:nvPr/>
        </p:nvSpPr>
        <p:spPr>
          <a:xfrm>
            <a:off x="5454638" y="6373648"/>
            <a:ext cx="1712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驱动层（</a:t>
            </a:r>
            <a:r>
              <a:rPr lang="en-US" altLang="zh-CN" dirty="0"/>
              <a:t>BSP</a:t>
            </a:r>
            <a:r>
              <a:rPr lang="zh-CN" altLang="en-US" dirty="0"/>
              <a:t>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98E26B-52EB-DD88-73BB-27C68F07CAE3}"/>
              </a:ext>
            </a:extLst>
          </p:cNvPr>
          <p:cNvSpPr txBox="1"/>
          <p:nvPr/>
        </p:nvSpPr>
        <p:spPr>
          <a:xfrm>
            <a:off x="8356221" y="33000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设备层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7460987-474C-6261-C276-301C0F0D627D}"/>
              </a:ext>
            </a:extLst>
          </p:cNvPr>
          <p:cNvSpPr txBox="1"/>
          <p:nvPr/>
        </p:nvSpPr>
        <p:spPr>
          <a:xfrm>
            <a:off x="8356222" y="207927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交互层</a:t>
            </a:r>
          </a:p>
        </p:txBody>
      </p:sp>
    </p:spTree>
    <p:extLst>
      <p:ext uri="{BB962C8B-B14F-4D97-AF65-F5344CB8AC3E}">
        <p14:creationId xmlns:p14="http://schemas.microsoft.com/office/powerpoint/2010/main" val="10770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696AE-D4C5-01DF-E8DA-E637FD84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电源树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7BE783-CA39-CB7D-EA2F-0313D01CDA3D}"/>
              </a:ext>
            </a:extLst>
          </p:cNvPr>
          <p:cNvSpPr/>
          <p:nvPr/>
        </p:nvSpPr>
        <p:spPr>
          <a:xfrm>
            <a:off x="7480898" y="2528408"/>
            <a:ext cx="2019044" cy="53391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激光雷达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F9D615-AC8B-56B9-994D-4577F06525BB}"/>
              </a:ext>
            </a:extLst>
          </p:cNvPr>
          <p:cNvSpPr/>
          <p:nvPr/>
        </p:nvSpPr>
        <p:spPr>
          <a:xfrm>
            <a:off x="7480898" y="3239267"/>
            <a:ext cx="2019044" cy="53391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Jetson Nano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88ABB0-4823-2C4E-50B8-9FC56071DD8E}"/>
              </a:ext>
            </a:extLst>
          </p:cNvPr>
          <p:cNvSpPr/>
          <p:nvPr/>
        </p:nvSpPr>
        <p:spPr>
          <a:xfrm>
            <a:off x="7480898" y="3950126"/>
            <a:ext cx="2019044" cy="53391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凌霄</a:t>
            </a:r>
            <a:r>
              <a:rPr lang="en-US" altLang="zh-CN" dirty="0"/>
              <a:t>IMU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2E7AEC-EDBC-B8E7-12E3-6BD0040366FF}"/>
              </a:ext>
            </a:extLst>
          </p:cNvPr>
          <p:cNvSpPr/>
          <p:nvPr/>
        </p:nvSpPr>
        <p:spPr>
          <a:xfrm>
            <a:off x="7480898" y="4660985"/>
            <a:ext cx="2019044" cy="53391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STM32H7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377786-F779-590A-5A75-82913F0007C3}"/>
              </a:ext>
            </a:extLst>
          </p:cNvPr>
          <p:cNvSpPr/>
          <p:nvPr/>
        </p:nvSpPr>
        <p:spPr>
          <a:xfrm>
            <a:off x="7480898" y="5393322"/>
            <a:ext cx="2019044" cy="53391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无刷电机</a:t>
            </a:r>
            <a:r>
              <a:rPr lang="en-US" altLang="zh-CN" dirty="0"/>
              <a:t>*4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87E9DF-7F87-8A7E-C8A9-E74BBFFEC09B}"/>
              </a:ext>
            </a:extLst>
          </p:cNvPr>
          <p:cNvSpPr/>
          <p:nvPr/>
        </p:nvSpPr>
        <p:spPr>
          <a:xfrm>
            <a:off x="9677912" y="2528408"/>
            <a:ext cx="1294889" cy="4848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12V 6W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3BD941-49BC-7677-246D-603FCDDCB3A6}"/>
              </a:ext>
            </a:extLst>
          </p:cNvPr>
          <p:cNvSpPr/>
          <p:nvPr/>
        </p:nvSpPr>
        <p:spPr>
          <a:xfrm>
            <a:off x="9677912" y="3239267"/>
            <a:ext cx="1294889" cy="4848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5V 30W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3A4A9C-53D5-F6AB-67E2-1D5452B72869}"/>
              </a:ext>
            </a:extLst>
          </p:cNvPr>
          <p:cNvSpPr/>
          <p:nvPr/>
        </p:nvSpPr>
        <p:spPr>
          <a:xfrm>
            <a:off x="9677912" y="3974673"/>
            <a:ext cx="1294889" cy="4848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5V 0.5A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6DA21C-F6A9-B43B-2786-54E4A4FB7DD1}"/>
              </a:ext>
            </a:extLst>
          </p:cNvPr>
          <p:cNvSpPr/>
          <p:nvPr/>
        </p:nvSpPr>
        <p:spPr>
          <a:xfrm>
            <a:off x="9677912" y="4660985"/>
            <a:ext cx="1294889" cy="4848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3.3V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3F208F-10CA-EE00-9C04-EA6532B82792}"/>
              </a:ext>
            </a:extLst>
          </p:cNvPr>
          <p:cNvSpPr/>
          <p:nvPr/>
        </p:nvSpPr>
        <p:spPr>
          <a:xfrm>
            <a:off x="9677912" y="5442417"/>
            <a:ext cx="1294889" cy="4848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24V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345E26-6346-0C25-608F-E05086370A6B}"/>
              </a:ext>
            </a:extLst>
          </p:cNvPr>
          <p:cNvSpPr/>
          <p:nvPr/>
        </p:nvSpPr>
        <p:spPr>
          <a:xfrm>
            <a:off x="202517" y="3280178"/>
            <a:ext cx="1178287" cy="9512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16V</a:t>
            </a:r>
          </a:p>
          <a:p>
            <a:pPr algn="ctr"/>
            <a:r>
              <a:rPr lang="zh-CN" altLang="en-US" dirty="0"/>
              <a:t>锂电池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A03E51-2560-2748-2176-47BB12115809}"/>
              </a:ext>
            </a:extLst>
          </p:cNvPr>
          <p:cNvSpPr/>
          <p:nvPr/>
        </p:nvSpPr>
        <p:spPr>
          <a:xfrm>
            <a:off x="1737768" y="3947056"/>
            <a:ext cx="753819" cy="951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切换电路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2276FF0-E9BE-0D5C-323B-AD7521E84577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1380804" y="3755789"/>
            <a:ext cx="356964" cy="666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C8028A71-C340-E258-58A8-9E1DF24F4857}"/>
              </a:ext>
            </a:extLst>
          </p:cNvPr>
          <p:cNvSpPr/>
          <p:nvPr/>
        </p:nvSpPr>
        <p:spPr>
          <a:xfrm>
            <a:off x="202516" y="4422667"/>
            <a:ext cx="1178287" cy="9512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15V 3A</a:t>
            </a:r>
          </a:p>
          <a:p>
            <a:pPr algn="ctr"/>
            <a:r>
              <a:rPr lang="en-US" altLang="zh-CN" dirty="0"/>
              <a:t>PD</a:t>
            </a:r>
            <a:r>
              <a:rPr lang="zh-CN" altLang="en-US" dirty="0"/>
              <a:t>供电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DD990ED-C8C9-A625-2758-1833A9C7C2E5}"/>
              </a:ext>
            </a:extLst>
          </p:cNvPr>
          <p:cNvCxnSpPr>
            <a:cxnSpLocks/>
            <a:stCxn id="25" idx="3"/>
            <a:endCxn id="15" idx="1"/>
          </p:cNvCxnSpPr>
          <p:nvPr/>
        </p:nvCxnSpPr>
        <p:spPr>
          <a:xfrm flipV="1">
            <a:off x="1380803" y="4422667"/>
            <a:ext cx="356965" cy="4756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7C8109B-0271-F0EC-73CE-D850158A6B18}"/>
              </a:ext>
            </a:extLst>
          </p:cNvPr>
          <p:cNvSpPr/>
          <p:nvPr/>
        </p:nvSpPr>
        <p:spPr>
          <a:xfrm>
            <a:off x="2916055" y="3947056"/>
            <a:ext cx="944063" cy="951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缓启动</a:t>
            </a:r>
            <a:endParaRPr lang="en-US" altLang="zh-CN" dirty="0"/>
          </a:p>
          <a:p>
            <a:pPr algn="ctr"/>
            <a:r>
              <a:rPr lang="zh-CN" altLang="en-US" dirty="0"/>
              <a:t>防护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8519EB7-945C-2305-3D2C-FCF9D1AF2B05}"/>
              </a:ext>
            </a:extLst>
          </p:cNvPr>
          <p:cNvCxnSpPr>
            <a:cxnSpLocks/>
            <a:stCxn id="15" idx="3"/>
            <a:endCxn id="32" idx="1"/>
          </p:cNvCxnSpPr>
          <p:nvPr/>
        </p:nvCxnSpPr>
        <p:spPr>
          <a:xfrm>
            <a:off x="2491587" y="4422667"/>
            <a:ext cx="42446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719D196B-55A3-D42B-5F31-10EDCFCBCE8D}"/>
              </a:ext>
            </a:extLst>
          </p:cNvPr>
          <p:cNvSpPr/>
          <p:nvPr/>
        </p:nvSpPr>
        <p:spPr>
          <a:xfrm>
            <a:off x="4932032" y="2528408"/>
            <a:ext cx="1474905" cy="533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MP9943</a:t>
            </a:r>
          </a:p>
          <a:p>
            <a:pPr algn="ctr"/>
            <a:r>
              <a:rPr lang="en-US" altLang="zh-CN" dirty="0"/>
              <a:t>16V~12V</a:t>
            </a:r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ED4E5C-DBA3-46D6-9B8E-3B97E03942BD}"/>
              </a:ext>
            </a:extLst>
          </p:cNvPr>
          <p:cNvSpPr/>
          <p:nvPr/>
        </p:nvSpPr>
        <p:spPr>
          <a:xfrm>
            <a:off x="4932032" y="3261773"/>
            <a:ext cx="1474905" cy="533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TPS5450</a:t>
            </a:r>
          </a:p>
          <a:p>
            <a:pPr algn="ctr"/>
            <a:r>
              <a:rPr lang="en-US" altLang="zh-CN" dirty="0"/>
              <a:t>16V~5V</a:t>
            </a:r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7DC5E8F-3C39-FD3C-48D6-92ED3878AE4A}"/>
              </a:ext>
            </a:extLst>
          </p:cNvPr>
          <p:cNvSpPr/>
          <p:nvPr/>
        </p:nvSpPr>
        <p:spPr>
          <a:xfrm>
            <a:off x="4932032" y="4660986"/>
            <a:ext cx="1474905" cy="533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AMS1117</a:t>
            </a:r>
          </a:p>
          <a:p>
            <a:pPr algn="ctr"/>
            <a:r>
              <a:rPr lang="en-US" altLang="zh-CN" dirty="0"/>
              <a:t>5V~3.3V</a:t>
            </a:r>
            <a:endParaRPr lang="zh-CN" altLang="en-US" dirty="0"/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B3BAA6EE-F2B9-287F-26EA-F37749A2F5FA}"/>
              </a:ext>
            </a:extLst>
          </p:cNvPr>
          <p:cNvCxnSpPr>
            <a:cxnSpLocks/>
          </p:cNvCxnSpPr>
          <p:nvPr/>
        </p:nvCxnSpPr>
        <p:spPr>
          <a:xfrm flipV="1">
            <a:off x="3860117" y="2795362"/>
            <a:ext cx="1071914" cy="162730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C0A4EE8-EA6B-E960-10DA-C1C8FABB8A21}"/>
              </a:ext>
            </a:extLst>
          </p:cNvPr>
          <p:cNvCxnSpPr>
            <a:cxnSpLocks/>
            <a:stCxn id="32" idx="2"/>
            <a:endCxn id="8" idx="1"/>
          </p:cNvCxnSpPr>
          <p:nvPr/>
        </p:nvCxnSpPr>
        <p:spPr>
          <a:xfrm rot="16200000" flipH="1">
            <a:off x="5053492" y="3232871"/>
            <a:ext cx="762001" cy="409281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6B23F89C-FE2E-BFD6-3DF0-9B91889F33D1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4418577" y="3528728"/>
            <a:ext cx="51345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A30D47B-72FF-B482-3BDD-777F4B1EBC97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>
            <a:off x="5669485" y="3795683"/>
            <a:ext cx="0" cy="86530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3633589-8968-0F9A-0FBF-21DBCE71BBA5}"/>
              </a:ext>
            </a:extLst>
          </p:cNvPr>
          <p:cNvCxnSpPr>
            <a:cxnSpLocks/>
            <a:stCxn id="38" idx="3"/>
            <a:endCxn id="7" idx="1"/>
          </p:cNvCxnSpPr>
          <p:nvPr/>
        </p:nvCxnSpPr>
        <p:spPr>
          <a:xfrm>
            <a:off x="6406937" y="4927941"/>
            <a:ext cx="107396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C60DC8A-0A30-AD1D-5249-4C1DD198239B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6406937" y="2795363"/>
            <a:ext cx="1073961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21D8B806-D30A-F62D-50C0-531A6EC0D818}"/>
              </a:ext>
            </a:extLst>
          </p:cNvPr>
          <p:cNvCxnSpPr>
            <a:cxnSpLocks/>
          </p:cNvCxnSpPr>
          <p:nvPr/>
        </p:nvCxnSpPr>
        <p:spPr>
          <a:xfrm>
            <a:off x="6406937" y="3537927"/>
            <a:ext cx="1073961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469AFC96-045A-4FEF-702D-25010D385226}"/>
              </a:ext>
            </a:extLst>
          </p:cNvPr>
          <p:cNvCxnSpPr>
            <a:cxnSpLocks/>
            <a:stCxn id="37" idx="3"/>
            <a:endCxn id="6" idx="1"/>
          </p:cNvCxnSpPr>
          <p:nvPr/>
        </p:nvCxnSpPr>
        <p:spPr>
          <a:xfrm>
            <a:off x="6406937" y="3528728"/>
            <a:ext cx="1073961" cy="68835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440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95</Words>
  <Application>Microsoft Office PowerPoint</Application>
  <PresentationFormat>宽屏</PresentationFormat>
  <Paragraphs>45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凌霄飞控硬件与电控框架</vt:lpstr>
      <vt:lpstr>电控框架</vt:lpstr>
      <vt:lpstr>电源树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佳峻 李</dc:creator>
  <cp:lastModifiedBy>佳峻 李</cp:lastModifiedBy>
  <cp:revision>6</cp:revision>
  <dcterms:created xsi:type="dcterms:W3CDTF">2026-06-22T16:36:36Z</dcterms:created>
  <dcterms:modified xsi:type="dcterms:W3CDTF">2026-06-23T22:34:28Z</dcterms:modified>
</cp:coreProperties>
</file>